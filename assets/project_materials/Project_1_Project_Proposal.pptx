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d14a4744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d14a4744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d14a4744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d14a474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d14a4744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d14a4744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7d14a4744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7d14a4744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30"/>
              <a:buChar char="●"/>
            </a:pPr>
            <a:r>
              <a:rPr lang="en" sz="1829">
                <a:solidFill>
                  <a:srgbClr val="595959"/>
                </a:solidFill>
              </a:rPr>
              <a:t>Rapid coverage of new patterns: Learn bug semantics directly from patches/commits and synthesize checkers quickly, without weeks of expert rule engineering.</a:t>
            </a:r>
            <a:endParaRPr sz="1829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829">
              <a:solidFill>
                <a:srgbClr val="595959"/>
              </a:solidFill>
            </a:endParaRPr>
          </a:p>
          <a:p>
            <a:pPr indent="-3448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30"/>
              <a:buChar char="●"/>
            </a:pPr>
            <a:r>
              <a:rPr lang="en" sz="1829">
                <a:solidFill>
                  <a:srgbClr val="595959"/>
                </a:solidFill>
              </a:rPr>
              <a:t>Scale and iteration: Auto-generate, validate, and refine many specialized checkers in parallel; continuously adapt as code and idioms evolve.</a:t>
            </a:r>
            <a:endParaRPr sz="1829">
              <a:solidFill>
                <a:srgbClr val="595959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829">
              <a:solidFill>
                <a:srgbClr val="595959"/>
              </a:solidFill>
            </a:endParaRPr>
          </a:p>
          <a:p>
            <a:pPr indent="-34480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595959"/>
              </a:buClr>
              <a:buSzPts val="1830"/>
              <a:buChar char="●"/>
            </a:pPr>
            <a:r>
              <a:rPr lang="en" sz="1829">
                <a:solidFill>
                  <a:srgbClr val="595959"/>
                </a:solidFill>
              </a:rPr>
              <a:t>Knowledge aggregation: Fuse dispersed domain knowledge (APIs, idioms, macros) across subsystems to capture nuanced, system-specific rules humans may overlook.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d14a4744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d14a4744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We’re adopting KNighter’s paradigm to use LLMs to learn from patches and generate explainable CSA-style checkers, then validate pre/post and refine via triage to keep false positives low. This paper hasn’t been assigned to any of us so I’m assuming Sishuai will present it himself.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d14a4744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d14a4744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sz="1829">
                <a:solidFill>
                  <a:srgbClr val="595959"/>
                </a:solidFill>
              </a:rPr>
              <a:t>Patch‑replay test (buggy vs fixed commits)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For each real bug fix in your target repo, run the checker on both the buggy commit (pre-fix) and the fixed commit (post-fix).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Establishes causal alignment: the checker should trigger on the bug but stop triggering once the fix is applied.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Mine paired commits where a fix is clearly linked to a bug (e.g., by commit message keywords or issue links).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Build both revisions with the same toolchain; run the checker on identical scopes (same file set).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Record whether the checker fires and on which locations.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High hit rate on buggy revisions; near-zero hits on fixed revisions for the same code locations.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True positive rate on buggy versions, false positive rate on fixed versions; also log “disappearing alerts” percentage.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Non-deterministic build or environment differences between commits.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Large refactors in the fix commit change context so the checker can’t map locations; mitigate with path mapping or file-level scopes.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2"/>
            </a:pPr>
            <a:r>
              <a:rPr lang="en" sz="1829">
                <a:solidFill>
                  <a:srgbClr val="595959"/>
                </a:solidFill>
              </a:rPr>
              <a:t>Oracle tests (synthetic positive/negative snippets)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Curate tiny, self-contained code examples that are guaranteed positives (must fire) and guaranteed negatives (must not fire).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Gives you a precise ground truth that is independent of repo noise; helps probe boundaries.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Ask the LLM to propose minimal pos/neg examples, then you review and minimize them.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Ensure they compile (if relevant) and, where applicable, include a tiny test invoking the behavior.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Run the checker on these files in CI.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100% precision on negatives, near-100% recall on positives.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Precision, recall on the oracle set; time-to-signal (runtime).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Overfitting to the synthetic set (examples too similar to the prompt used to design the rule).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Positives that depend on undefined behavior; keep semantics unambiguous.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3"/>
            </a:pPr>
            <a:r>
              <a:rPr lang="en" sz="1829">
                <a:solidFill>
                  <a:srgbClr val="595959"/>
                </a:solidFill>
              </a:rPr>
              <a:t>Cross‑project sanity (unrelated repos)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Run the checker on codebases that should not contain the targeted bug pattern.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Measures spurious firing in the wild; checks generalization and conservativeness.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Pick 1–2 repos different in style/domain/libraries.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Run the checker with default config; record hits.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Near-zero alerts; any hits should be rare and explainable.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Alerts per KLoC; manual sample FP rate on those alerts.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Third-party macros or code styles that mimic the pattern superficially; consider adding guard conditions.</a:t>
            </a:r>
            <a:endParaRPr sz="1829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29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d14a47446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7d14a47446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4"/>
            </a:pPr>
            <a:r>
              <a:rPr lang="en" sz="1829">
                <a:solidFill>
                  <a:srgbClr val="595959"/>
                </a:solidFill>
              </a:rPr>
              <a:t>Differential check vs baselines (e.g., Clang‑Tidy, Smatch, Semgrep rules)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Compare your checker’s findings against established tools.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Validates that you’re not reinventing a noisier wheel and quantifies novelty.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Run baseline tools on the same commit(s).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Deduplicate findings by file:line:kind and by semantic equivalence (group with heuristics).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Classify your alerts into overlap vs unique.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Some overlap is fine; unique findings should include genuine issues.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Precision of unique findings; proportion of overlap; novel-true ratio.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Misaligned configurations or rule sets; lock versions/configs and document them.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5"/>
            </a:pPr>
            <a:r>
              <a:rPr lang="en" sz="1829">
                <a:solidFill>
                  <a:srgbClr val="595959"/>
                </a:solidFill>
              </a:rPr>
              <a:t>Manual triage sample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Humans inspect a random subset of alerts to decide true vs false positives.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Gold-standard precision estimate and qualitative insight into failure modes.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Randomly sample N alerts (e.g., 50–100) across repos and categories.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Use a rubric: evidence, spec/contract violated, minimal fix sketch, confidence level.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Two reviewers if possible; resolve disagreements.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A defensible precision estimate with confidence intervals.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Precision, Cohen’s kappa (agreement), taxonomy of FPs.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Sampling bias (only easiest alerts); enforce randomness and stratify by repo/file type.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6"/>
            </a:pPr>
            <a:r>
              <a:rPr lang="en" sz="1829">
                <a:solidFill>
                  <a:srgbClr val="595959"/>
                </a:solidFill>
              </a:rPr>
              <a:t>Stability checks (perturbation robustness)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Apply semantics-preserving code transformations and verify the checker’s decisions don’t flip.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Ensures the rule is about meaning, not surface tokens or formatting.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Automated transforms: rename variables, change whitespace/comments, reorder independent declarations, add trivial wrappers, inline/out-of-line small functions if semantics preserved.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Re-run checker before/after; compare decisions.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Same alerts on equivalent code; no new spurious ones.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Robustness score = 1 − (alerts_changed / total_alerts_checked).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Accidentally changing semantics; keep transforms simple and unit-tested.</a:t>
            </a:r>
            <a:endParaRPr sz="1829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d14a4744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7d14a4744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7"/>
            </a:pPr>
            <a:r>
              <a:rPr lang="en" sz="1829">
                <a:solidFill>
                  <a:srgbClr val="595959"/>
                </a:solidFill>
              </a:rPr>
              <a:t>Regression suite (test-as-you-learn)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Every FP (False Positive) you discover and every missed TP (True Positive) gets turned into a test case.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Prevents backsliding as you iterate on prompts/rules.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Maintain a tests/directory with positive, negative, and edge-case fixtures.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CI runs all suites on every rule or prompt change.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Tag tests by checker version and pattern.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Gradually growing suite that your checker consistently passes.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Pass rate over time; time-to-fix regressions.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Letting flaky tests linger; quarantine or fix quickly.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 startAt="8"/>
            </a:pPr>
            <a:r>
              <a:rPr lang="en" sz="1829">
                <a:solidFill>
                  <a:srgbClr val="595959"/>
                </a:solidFill>
              </a:rPr>
              <a:t>Confidence gate (shipping criteria)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What: A decision rule that combines measured precision with the model’s self-reported or calibrated confidence.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Why: Forces discipline: you don’t adopt a checker until it meets quality bars.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How: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Define thresholds pre‑hoc, e.g., “precision ≥ 90% on oracle + patch-replay fixed commits, and ≥ 80% on cross-project sample; robustness ≥ 0.9; LLM confidence ≥ 0.7 if used for triage.”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Calibrate confidence using a validation split: map raw scores to calibrated probabilities (e.g., Platt scaling, isotonic).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Enforce in CI: block “release” unless thresholds pass.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Expected outcome: Only high-quality rules make it into the “ship” set.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Metrics: Pass/fail vs thresholds; calibration error (Brier score, ECE).</a:t>
            </a:r>
            <a:endParaRPr sz="1829">
              <a:solidFill>
                <a:srgbClr val="595959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829">
                <a:solidFill>
                  <a:srgbClr val="595959"/>
                </a:solidFill>
              </a:rPr>
              <a:t>Pitfalls:</a:t>
            </a:r>
            <a:endParaRPr sz="1829">
              <a:solidFill>
                <a:srgbClr val="595959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 sz="1829">
                <a:solidFill>
                  <a:srgbClr val="595959"/>
                </a:solidFill>
              </a:rPr>
              <a:t>Data leakage from tuning on the same set you evaluate; keep a held-out set until the final evaluation.</a:t>
            </a:r>
            <a:endParaRPr sz="1829">
              <a:solidFill>
                <a:srgbClr val="595959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d14a4744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7d14a4744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7d14a47446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7d14a47446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Presenter’s notes:</a:t>
            </a:r>
            <a:br>
              <a:rPr lang="en"/>
            </a:br>
            <a:r>
              <a:rPr lang="en"/>
              <a:t> Process sketch: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Patch mining: extract pairs (buggy→fixed) with small diffs.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Pattern synthesis: prompt LLM to propose a minimal rule + rationale + examples.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Self-check: require LLM to rate confidence and produce negative/positive examples.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Auto-tests: run on fixed vs buggy snapshots; expect high precision on buggy, zero hits on fixed.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Confidence threshold: accept only if confidence ≥ X and tests pass; otherwise reject/refine.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/>
              <a:t>Telemetry: record FP/FN from replay to tune prompts and thresholds.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7d14a47446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7d14a47446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d14a47446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7d14a47446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this not just an LLM/NLP/AI project?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implement and maintain real static checkers (CSA rules, program state, alias/flow tracking) that must compile, integrate, and run at scale.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build the whole validation rig: patch‑replay tests, cross‑repo sanity, baselines, stability perturbations, and a growing regression suite.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We operate the system: mining patches, triaging reports, refining rules, wiring CI, measuring precision/cost—LLM suggests code, but correctness and reliability come from our engineering.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d14a4744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7d14a4744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Possible candidates:</a:t>
            </a:r>
            <a:br>
              <a:rPr lang="en"/>
            </a:br>
            <a:r>
              <a:rPr lang="en"/>
              <a:t>Codebase: most </a:t>
            </a:r>
            <a:r>
              <a:rPr lang="en"/>
              <a:t>probably</a:t>
            </a:r>
            <a:r>
              <a:rPr lang="en"/>
              <a:t> will be Linux simply due to amount of data available</a:t>
            </a:r>
            <a:br>
              <a:rPr lang="en"/>
            </a:br>
            <a:r>
              <a:rPr lang="en"/>
              <a:t>LLM Agent: Only instruct models, Gemini 2.5-Flash is very promising due to price v. performance ratio with 1M input context tokens. KNighter uses o3-mini which is already outdated due to o4-mini being out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Prompt will also not be designed from scratch, KNighter paper provides some very </a:t>
            </a:r>
            <a:r>
              <a:rPr lang="en"/>
              <a:t>promising</a:t>
            </a:r>
            <a:r>
              <a:rPr lang="en"/>
              <a:t> templates</a:t>
            </a:r>
            <a:br>
              <a:rPr lang="en"/>
            </a:br>
            <a:r>
              <a:rPr lang="en"/>
              <a:t>API: We can start today and iterate fast: no GPU queue, drivers, or serving to maintain. Just call the API and focus on checker synthesis and validation.</a:t>
            </a:r>
            <a:br>
              <a:rPr lang="en"/>
            </a:br>
            <a:r>
              <a:rPr lang="en"/>
              <a:t>This project’s value is the pipeline and results, not running an LLM stack. It makes sense to outsource the infrastructure.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d14a47446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7d14a47446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Patterns come from patch data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SQuire (Trainee KNighter)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6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Chinmay Dalal</a:t>
            </a:r>
            <a:br>
              <a:rPr lang="en" sz="2300"/>
            </a:br>
            <a:r>
              <a:rPr lang="en" sz="2300"/>
              <a:t>Snehashish Reddy Manda</a:t>
            </a:r>
            <a:endParaRPr sz="23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University of North Carolina at Chapel Hill</a:t>
            </a:r>
            <a:endParaRPr sz="2300"/>
          </a:p>
        </p:txBody>
      </p:sp>
      <p:sp>
        <p:nvSpPr>
          <p:cNvPr id="56" name="Google Shape;56;p13"/>
          <p:cNvSpPr txBox="1"/>
          <p:nvPr/>
        </p:nvSpPr>
        <p:spPr>
          <a:xfrm>
            <a:off x="1771350" y="1911750"/>
            <a:ext cx="56013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Group 1: Project Proposal</a:t>
            </a:r>
            <a:endParaRPr sz="3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Statement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Large systems (e.g., Linux kernel) need robust static analysis to catch critical bugs early.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static analyzers are expensive to design/maintain and cover limited, predefined bug patterns.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 LLMs to synthesize scalable, explainable, and updatable checkers that encode real-world bug knowledge and run efficiently on large codebases.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not use LLMs to check code directly?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 limits and high compute cost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Hallucinations and inconsistent reasoning at scale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Leverage LLMs not to scan code directly, but to synthesize specialized static checkers from historical bug-fix patches.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static checkers?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57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Purpose: Lightweight analyzers that examine source code without executing it to detect specific bug patterns and policy violations early.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they work: Rule- or state-machine driven logic hooks into compiler/analysis events (e.g., calls, branches, dereferences) and tracks program state along paths and aliases.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 of findings: null dereference after allocation, use-after-free/double-free, use-before-initialization, missing bounds or error checks, resource leaks.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 LLMs solve that humans couldn’t?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Rapid coverage of new patterns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Scale and iteration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Knowledge aggregation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did we get our inspiration?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KNighter (SOSP ’25): LLM-synthesized static checkers from bug-fix patches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Multi-stage flow: pattern → plan → checker → validate → refine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impact: 92 kernel bugs found, 30 CVEs; orthogonal to Smatch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validate the correctness of the checker?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Patch-replay test: run on buggy vs fixed commits; expect hits only on buggy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Oracle tests: LLM must supply pos/neg code snippets; compile/run and assert outcomes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Cross-project sanity: run on unrelated repos; expect near-zero findings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29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validate the correctness of the checker?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Differential check: compare against baselines (e.g., Clang-Tidy/Smatch) for overlap/novelty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Manual triage sample: inspect a small random set of hits for true/false positive rate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Stability check: perturb code (rename vars, reorder) to ensure rule is semantic, not brittle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2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you validate the correctness of the checker?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4805" lvl="0" marL="457200" rtl="0" algn="l">
              <a:spcBef>
                <a:spcPts val="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Regression suite: add any FP/bug to tests; rerun on every rule revision</a:t>
            </a:r>
            <a:endParaRPr sz="1829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29"/>
          </a:p>
          <a:p>
            <a:pPr indent="-344805" lvl="0" marL="457200" rtl="0" algn="l">
              <a:spcBef>
                <a:spcPts val="1200"/>
              </a:spcBef>
              <a:spcAft>
                <a:spcPts val="0"/>
              </a:spcAft>
              <a:buSzPts val="1830"/>
              <a:buChar char="●"/>
            </a:pPr>
            <a:r>
              <a:rPr lang="en" sz="1829"/>
              <a:t>Confidence gate: ship only if precision ≥ target on tests and LLM confidence ≥ threshold</a:t>
            </a:r>
            <a:endParaRPr sz="1829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29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Twist: Confidence-Gated, Simple Patterns</a:t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8738" y="1017725"/>
            <a:ext cx="4186518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Twist: Confidence-Gated, Simple Patterns</a:t>
            </a:r>
            <a:endParaRPr/>
          </a:p>
        </p:txBody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Scope: Only simple, local bug-fix patterns LLMs handle well (checks, null/len bounds, resource handling).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Confidence gate: Generate checker only if LLM reports high confidence and passes auto-tests.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Evidence loop: Keep/ship rules that pass replay on historical versions; discard or quarantine the rest.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Where are we at right now?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0375" y="1152375"/>
            <a:ext cx="686324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 at right now?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5"/>
          <p:cNvSpPr txBox="1"/>
          <p:nvPr/>
        </p:nvSpPr>
        <p:spPr>
          <a:xfrm>
            <a:off x="311700" y="1156916"/>
            <a:ext cx="8199000" cy="37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Team setup: roles aligned (rotating leads)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Pre‑milestone leads: Snehashish - LLM pipeline (prompts, synthesis, confidence); Chinmay - checker engineering (rule design, integration)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Post‑milestone swap: Snehashish takes checker refinement; Chinmay owns LLM prompt/tuning</a:t>
            </a:r>
            <a:endParaRPr sz="18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Shared throughout: patch mining, eval, triage, and presentation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 NOT at right now?</a:t>
            </a:r>
            <a:endParaRPr/>
          </a:p>
        </p:txBody>
      </p:sp>
      <p:sp>
        <p:nvSpPr>
          <p:cNvPr id="134" name="Google Shape;13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Codebase: not selected yet;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Patch data: not collected; mining scripts TBD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Patterns: none chosen; Patch data will determine;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 agent: model not chosen; agent not prototyped; prompts/design pending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Compute: not decided on university resources usage as agent might be API;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Tooling: repo setup pending on VM; eval pending;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Risks/blocks: time for data curation; codebase choice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 txBox="1"/>
          <p:nvPr>
            <p:ph type="title"/>
          </p:nvPr>
        </p:nvSpPr>
        <p:spPr>
          <a:xfrm>
            <a:off x="2779650" y="1521900"/>
            <a:ext cx="3584700" cy="209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20"/>
              <a:t>Comments, </a:t>
            </a:r>
            <a:r>
              <a:rPr lang="en" sz="4520"/>
              <a:t>Questions or Clarification?</a:t>
            </a:r>
            <a:endParaRPr sz="45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